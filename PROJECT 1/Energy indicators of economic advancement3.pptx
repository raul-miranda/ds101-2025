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ourworldindata.org/energ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Energy indicators of economic advancement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318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DATA 101 Fall 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2100">
                <a:solidFill>
                  <a:schemeClr val="dk1"/>
                </a:solidFill>
              </a:rPr>
              <a:t>Project 1  –      R Miranda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Background on energy and economic impact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b="1" lang="en"/>
              <a:t>Energy types</a:t>
            </a:r>
            <a:r>
              <a:rPr lang="en"/>
              <a:t>: fossil (oil, gas, coal), renewable (biomass, hydroelectric, wind, solar), nuclear.  Electricity is accounted for separately from the other types.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b="1" lang="en"/>
              <a:t>Energy consumption</a:t>
            </a:r>
            <a:r>
              <a:rPr lang="en"/>
              <a:t> (use): measure of economic growth.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b="1" lang="en"/>
              <a:t>Energy production</a:t>
            </a:r>
            <a:r>
              <a:rPr lang="en"/>
              <a:t>: relates to consumption for countries that export energy.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b="1" lang="en"/>
              <a:t>National GDP</a:t>
            </a:r>
            <a:r>
              <a:rPr lang="en"/>
              <a:t>: measure of economic strength and growth for countries.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b="1" lang="en"/>
              <a:t>GDP per capita</a:t>
            </a:r>
            <a:r>
              <a:rPr lang="en"/>
              <a:t>: measure of standard of living of individuals (personal opinion).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118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Which is the leading question?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835950" y="1412250"/>
            <a:ext cx="74721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/>
              <a:t>QUESTION: how are energy consumption, production, GDP, and GDP per capita correlated?</a:t>
            </a:r>
            <a:endParaRPr b="1"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/>
          </a:p>
        </p:txBody>
      </p:sp>
      <p:sp>
        <p:nvSpPr>
          <p:cNvPr id="68" name="Google Shape;68;p15"/>
          <p:cNvSpPr txBox="1"/>
          <p:nvPr/>
        </p:nvSpPr>
        <p:spPr>
          <a:xfrm>
            <a:off x="573125" y="2790625"/>
            <a:ext cx="7879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Why is it important?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Understanding the relation is key to making better policy decisions on investment in energy research and development.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Which dataset was used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8323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900"/>
              <a:t>Energy</a:t>
            </a:r>
            <a:r>
              <a:rPr lang="en" sz="1900"/>
              <a:t> dataset was obtained from Our World in Data: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ourworldindata.org/energy</a:t>
            </a:r>
            <a:r>
              <a:rPr lang="en" sz="1900"/>
              <a:t> 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900"/>
              <a:t>It currently contains 130 variables and 23195 rows for 165 countries, 1 row per year. World records before 1960 are very sparse. So effectively, most data is for 1960-2024.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Selected variables (15)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80075" y="988200"/>
            <a:ext cx="9387000" cy="41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Country, iso_code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Year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Population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Energy_per_capita: consumption in KWh/capita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Primary_energy_consumption: total TWh/country/year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(Each fossil energy: coal, oil, gas)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Electricity_generation: total TWh/country/year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(Fractions of each  fossil and nuclear energies converted to electricity)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GDP: international $; WB-adjusted for inflation and cost of living for each country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80100" y="185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wrangling and analysis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80100" y="863550"/>
            <a:ext cx="85206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65"/>
              <a:t>1. </a:t>
            </a:r>
            <a:r>
              <a:rPr lang="en" sz="1865"/>
              <a:t>Cleaning NAs, countries column, adding variables.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65"/>
              <a:t> 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65"/>
              <a:t>2.</a:t>
            </a:r>
            <a:r>
              <a:rPr lang="en" sz="1865"/>
              <a:t> How is GDP/capita and energy consumption/capita (i.e., standard of living) distributed across nations and years?  </a:t>
            </a:r>
            <a:r>
              <a:rPr b="1" lang="en" sz="1865"/>
              <a:t>summarize()</a:t>
            </a:r>
            <a:r>
              <a:rPr lang="en" sz="1865"/>
              <a:t> / </a:t>
            </a:r>
            <a:r>
              <a:rPr b="1" lang="en" sz="1865"/>
              <a:t>histogram</a:t>
            </a:r>
            <a:endParaRPr b="1"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3</a:t>
            </a:r>
            <a:r>
              <a:rPr lang="en" sz="1865"/>
              <a:t>. Is there correlation between national GDP, total energy consumption, total energy production, GDP/capita, energy consumption/capita? </a:t>
            </a:r>
            <a:r>
              <a:rPr b="1" lang="en" sz="1865"/>
              <a:t>cor() </a:t>
            </a:r>
            <a:endParaRPr b="1"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4</a:t>
            </a:r>
            <a:r>
              <a:rPr lang="en" sz="1865"/>
              <a:t>. How have energies and GDP progressed since 1960? </a:t>
            </a:r>
            <a:r>
              <a:rPr b="1" lang="en" sz="1865"/>
              <a:t>Lumped rows</a:t>
            </a:r>
            <a:r>
              <a:rPr lang="en" sz="1865"/>
              <a:t> by decade, </a:t>
            </a:r>
            <a:r>
              <a:rPr b="1" lang="en" sz="1865"/>
              <a:t>calculated basic statistics</a:t>
            </a:r>
            <a:r>
              <a:rPr lang="en" sz="1865"/>
              <a:t> by decade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5. How are countries distributed according to GDP/capita? </a:t>
            </a:r>
            <a:r>
              <a:rPr b="1" lang="en" sz="1865"/>
              <a:t>Binned gdp/capita</a:t>
            </a:r>
            <a:r>
              <a:rPr lang="en" sz="1865"/>
              <a:t> into 6 bins / </a:t>
            </a:r>
            <a:r>
              <a:rPr b="1" lang="en" sz="1865"/>
              <a:t>histogram _ </a:t>
            </a:r>
            <a:r>
              <a:rPr lang="en" sz="1865"/>
              <a:t>show contributions from each decade</a:t>
            </a:r>
            <a:endParaRPr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865"/>
              <a:t>6. How have total energies and national GDP evolved in time? </a:t>
            </a:r>
            <a:r>
              <a:rPr b="1" lang="en" sz="1865"/>
              <a:t>Scatterplot</a:t>
            </a:r>
            <a:endParaRPr b="1" sz="18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865"/>
              <a:t>7</a:t>
            </a:r>
            <a:r>
              <a:rPr lang="en" sz="1865"/>
              <a:t>. How nations rank in GDP/capita and energies? </a:t>
            </a:r>
            <a:r>
              <a:rPr b="1" lang="en" sz="1865"/>
              <a:t>Summarize table / cor()</a:t>
            </a:r>
            <a:endParaRPr b="1" sz="18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6" y="1152481"/>
            <a:ext cx="2486875" cy="23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2325" y="576251"/>
            <a:ext cx="6101674" cy="428090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1700" y="3636700"/>
            <a:ext cx="266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Strongly </a:t>
            </a:r>
            <a:r>
              <a:rPr lang="en" sz="1700">
                <a:solidFill>
                  <a:schemeClr val="dk2"/>
                </a:solidFill>
              </a:rPr>
              <a:t>right </a:t>
            </a: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skewed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Correlations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3575" y="189563"/>
            <a:ext cx="5641801" cy="476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174900" y="1422600"/>
            <a:ext cx="31902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-Production-consumption .93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-GDP-consumption .95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-GDP-production .86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-Energy/capita or GDP/capita </a:t>
            </a: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correlate strongly with GDP or energies!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175" y="107563"/>
            <a:ext cx="7631724" cy="49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205200" y="273600"/>
            <a:ext cx="1627800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GDP/cap bins:</a:t>
            </a:r>
            <a:endParaRPr sz="13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Emerging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360-2000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Well Below 2000-5000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Below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5000-10000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10000-16000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Above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16000-25000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Well Above 25000-50000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Ridiculous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50000-inf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250" y="62450"/>
            <a:ext cx="7644925" cy="487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countries rank in GDP/capita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67200" cy="33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GDP of countries correlate better with energy consumption than with production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GDP per capita and energy consumption per capita (std of living) are poorly correlated with national GDP (size of the economy) or energy production. GDP/capita is inversely related to population size.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5 / 8 of GDP/cap are in the emerging up to average ranges, 2 / 8 as above to well above average, and 1 / 8 as ridiculous.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Energy and GDP evolution: 1960s modest for all countries; 80s, 90s, 00s very good for the emerging, well below and below average economies. 2010 and 20s very good for well above and ridiculous economies.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Time evolution curves: exponential growth after 1980; consumption follows production.  –  this needs more analysis.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